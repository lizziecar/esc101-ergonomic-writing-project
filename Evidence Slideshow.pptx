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d8e9099b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d8e9099b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d8e9099b4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fd8e9099b4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fd8e9099b4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fd8e9099b4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d8e9099b4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d8e9099b4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d8e9099b4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fd8e9099b4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d8e9099b4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d8e9099b4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Comfortability qualitative </a:t>
            </a:r>
            <a:r>
              <a:rPr lang="en"/>
              <a:t>assessment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Balance for different </a:t>
            </a:r>
            <a:r>
              <a:rPr lang="en"/>
              <a:t>stakeholders</a:t>
            </a:r>
            <a:r>
              <a:rPr lang="en"/>
              <a:t>: students, artists, left right handed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Variety of tests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More defined metric of how to measure comfort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d8e9099b4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d8e9099b4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fd8e9099b4_6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fd8e9099b4_6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fd8e9099b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fd8e9099b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d8e9099b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fd8e9099b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fd8e9099b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fd8e9099b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Tool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3-6-5 helped generate a lot of the initial ideas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Other tools were more used for </a:t>
            </a:r>
            <a:r>
              <a:rPr lang="en"/>
              <a:t>refining ideas/modifying ideas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fd8e9099b4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fd8e9099b4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d8e9099b4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d8e9099b4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d8e9099b4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d8e9099b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fd8e9099b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fd8e9099b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fd8e9099b4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fd8e9099b4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Prototypes focused on: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Positioning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Comfort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support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d8e9099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fd8e9099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d8e9099b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d8e9099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fd8e9099b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fd8e9099b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fd8e9099b4_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fd8e9099b4_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fd8e9099b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fd8e9099b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fd8e9099b4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fd8e9099b4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fd8e9099b4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fd8e9099b4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fd8e9099b4_6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fd8e9099b4_6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fd8e9099b4_6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fd8e9099b4_6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4ac1f8253315afb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4ac1f8253315afb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d8e9099b4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fd8e9099b4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MORE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Was scoped out because not remaking the medium, also had challenges with erasability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393725"/>
            <a:ext cx="8520600" cy="40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Smudging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 hand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Artists, left handed people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Re-scoping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Re-scoping to not include people with hand mobility issues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Addressing different issues to smudging, would be make </a:t>
            </a:r>
            <a:r>
              <a:rPr lang="en" sz="1300">
                <a:solidFill>
                  <a:schemeClr val="dk1"/>
                </a:solidFill>
              </a:rPr>
              <a:t>designs</a:t>
            </a:r>
            <a:r>
              <a:rPr lang="en" sz="1300">
                <a:solidFill>
                  <a:schemeClr val="dk1"/>
                </a:solidFill>
              </a:rPr>
              <a:t> more difficult/overconstrain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Scoped out solutions that create new mediums, focusing on designs that will be useable for a variety of mediums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Unpractical</a:t>
            </a:r>
            <a:r>
              <a:rPr lang="en" sz="1300">
                <a:solidFill>
                  <a:schemeClr val="dk1"/>
                </a:solidFill>
              </a:rPr>
              <a:t> to have a completely new system/medium to use, i.e. cant change medium for art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We value versatility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Re-scoping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213" y="152400"/>
            <a:ext cx="8385569" cy="483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15"/>
          <p:cNvCxnSpPr/>
          <p:nvPr/>
        </p:nvCxnSpPr>
        <p:spPr>
          <a:xfrm>
            <a:off x="488000" y="1786075"/>
            <a:ext cx="7915200" cy="156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Modifications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725" y="152400"/>
            <a:ext cx="4604884" cy="4838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7"/>
          <p:cNvCxnSpPr/>
          <p:nvPr/>
        </p:nvCxnSpPr>
        <p:spPr>
          <a:xfrm>
            <a:off x="1861875" y="390400"/>
            <a:ext cx="1386000" cy="1220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/>
        </p:nvSpPr>
        <p:spPr>
          <a:xfrm>
            <a:off x="5712625" y="658425"/>
            <a:ext cx="269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Changed metrics to taylor for a device, not medium</a:t>
            </a:r>
            <a:endParaRPr/>
          </a:p>
        </p:txBody>
      </p:sp>
      <p:cxnSp>
        <p:nvCxnSpPr>
          <p:cNvPr id="78" name="Google Shape;78;p17"/>
          <p:cNvCxnSpPr/>
          <p:nvPr/>
        </p:nvCxnSpPr>
        <p:spPr>
          <a:xfrm>
            <a:off x="3279350" y="361125"/>
            <a:ext cx="810000" cy="1220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7"/>
          <p:cNvCxnSpPr/>
          <p:nvPr/>
        </p:nvCxnSpPr>
        <p:spPr>
          <a:xfrm>
            <a:off x="4108950" y="1561600"/>
            <a:ext cx="1259100" cy="39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7"/>
          <p:cNvSpPr/>
          <p:nvPr/>
        </p:nvSpPr>
        <p:spPr>
          <a:xfrm>
            <a:off x="1578850" y="3835675"/>
            <a:ext cx="1807800" cy="8205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17"/>
          <p:cNvCxnSpPr/>
          <p:nvPr/>
        </p:nvCxnSpPr>
        <p:spPr>
          <a:xfrm>
            <a:off x="4117550" y="361125"/>
            <a:ext cx="1182000" cy="127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56125"/>
            <a:ext cx="85206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/>
              <a:t>Requirements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457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Avoid smudging on paper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 Metrics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Surface contact with paper (area mm^2)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Smudge test (area mm^2):</a:t>
            </a:r>
            <a:endParaRPr sz="1100">
              <a:solidFill>
                <a:schemeClr val="dk1"/>
              </a:solidFill>
            </a:endParaRPr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Write with medium (ink/graphite), specified for a test</a:t>
            </a:r>
            <a:endParaRPr sz="1100">
              <a:solidFill>
                <a:schemeClr val="dk1"/>
              </a:solidFill>
            </a:endParaRPr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Smudge with device if applicable</a:t>
            </a:r>
            <a:endParaRPr sz="1100">
              <a:solidFill>
                <a:schemeClr val="dk1"/>
              </a:solidFill>
            </a:endParaRPr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Measure how much the ink spreads from original position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Avoid smudging on hand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Metric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How much ink/graphite is on your hand after formalized test (area mm^2)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Cost efficient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No longer cost per month but just the total cost ($)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No more constraint as was arbitrary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Usable by both handedness (keep as is)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Usable by different hand sizes (keep as is)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Comfortable (keep as is, however, needs more thorough guidelines)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Usable by different writing mediums (keep as is)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Ergonomics added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Metric, how many of the UCLA checklist items the design fits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25" y="443252"/>
            <a:ext cx="6899651" cy="42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38" y="839350"/>
            <a:ext cx="8189526" cy="34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 txBox="1"/>
          <p:nvPr/>
        </p:nvSpPr>
        <p:spPr>
          <a:xfrm>
            <a:off x="302550" y="1602525"/>
            <a:ext cx="5172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2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3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4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5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6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7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8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9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10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11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749095" cy="483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21"/>
          <p:cNvCxnSpPr/>
          <p:nvPr/>
        </p:nvCxnSpPr>
        <p:spPr>
          <a:xfrm>
            <a:off x="4971150" y="1133925"/>
            <a:ext cx="1179300" cy="37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21"/>
          <p:cNvCxnSpPr/>
          <p:nvPr/>
        </p:nvCxnSpPr>
        <p:spPr>
          <a:xfrm flipH="1" rot="10800000">
            <a:off x="4853225" y="1505850"/>
            <a:ext cx="1306200" cy="4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21"/>
          <p:cNvCxnSpPr/>
          <p:nvPr/>
        </p:nvCxnSpPr>
        <p:spPr>
          <a:xfrm>
            <a:off x="4962075" y="2385775"/>
            <a:ext cx="698400" cy="89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21"/>
          <p:cNvCxnSpPr/>
          <p:nvPr/>
        </p:nvCxnSpPr>
        <p:spPr>
          <a:xfrm flipH="1" rot="10800000">
            <a:off x="4925775" y="3293025"/>
            <a:ext cx="725700" cy="69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21"/>
          <p:cNvSpPr txBox="1"/>
          <p:nvPr/>
        </p:nvSpPr>
        <p:spPr>
          <a:xfrm>
            <a:off x="6220100" y="1315350"/>
            <a:ext cx="24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</a:t>
            </a:r>
            <a:endParaRPr/>
          </a:p>
        </p:txBody>
      </p:sp>
      <p:sp>
        <p:nvSpPr>
          <p:cNvPr id="109" name="Google Shape;109;p21"/>
          <p:cNvSpPr txBox="1"/>
          <p:nvPr/>
        </p:nvSpPr>
        <p:spPr>
          <a:xfrm>
            <a:off x="5721050" y="3048000"/>
            <a:ext cx="186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Basics of gripping and </a:t>
            </a:r>
            <a:r>
              <a:rPr lang="en" sz="1000"/>
              <a:t>repetitive</a:t>
            </a:r>
            <a:r>
              <a:rPr lang="en" sz="1000"/>
              <a:t> motion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Process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291825" y="262650"/>
            <a:ext cx="8540400" cy="4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Process (Tools + Evaluation) 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3-6-5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Good for lots of idea generation / start to thinking of designs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Started independently so no anchoring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Collaboration without having to talk over someone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Biomimicry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Further developed scratching idea (scoped out later)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Wax tablet idea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Reverse brainstorming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Helped </a:t>
            </a:r>
            <a:r>
              <a:rPr lang="en" sz="1200"/>
              <a:t>evaluate</a:t>
            </a:r>
            <a:r>
              <a:rPr lang="en" sz="1200"/>
              <a:t> original objectives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Examples???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Morphing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1st morph chart we had new medium/changing medium as an option, realized it was not a feasible idea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Generally: defined our ideas/put them on paper - as a team we do a lot of work through discussion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Scamper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Figured out that we can combine support and hand protection, horizontal and vertical movement also combined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From scampering 1st morph chart, the new medium and preventing smudging were two separate issues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185426" y="-969736"/>
            <a:ext cx="4773128" cy="7082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142637" y="956637"/>
            <a:ext cx="3140200" cy="48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013151" y="-331103"/>
            <a:ext cx="3878078" cy="5556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475" y="211700"/>
            <a:ext cx="3255250" cy="472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500" y="211700"/>
            <a:ext cx="3255250" cy="4720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/>
        </p:nvSpPr>
        <p:spPr>
          <a:xfrm>
            <a:off x="712475" y="224475"/>
            <a:ext cx="20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First</a:t>
            </a:r>
            <a:endParaRPr b="1"/>
          </a:p>
        </p:txBody>
      </p:sp>
      <p:sp>
        <p:nvSpPr>
          <p:cNvPr id="138" name="Google Shape;138;p26"/>
          <p:cNvSpPr txBox="1"/>
          <p:nvPr/>
        </p:nvSpPr>
        <p:spPr>
          <a:xfrm>
            <a:off x="6422050" y="292800"/>
            <a:ext cx="169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Second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67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Prototypes, general design, pros cons, main aspects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1. Wristband / Bracelet</a:t>
            </a:r>
            <a:endParaRPr sz="900"/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Light, easily adjustable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Moves along while writing in an intuitive/easy way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2. Scaffolding</a:t>
            </a:r>
            <a:endParaRPr sz="900"/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Provides best support for arm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Clunky, not carried easily everywhere (stationary artist)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3. Pillow Arm Brace</a:t>
            </a:r>
            <a:endParaRPr sz="900"/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Focused around support and ergonomics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A little clunky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4. </a:t>
            </a:r>
            <a:r>
              <a:rPr lang="en" sz="900"/>
              <a:t>Hand shield </a:t>
            </a:r>
            <a:endParaRPr sz="900"/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Really easy, and cheap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Restrictive / not comfortable to write with, not the best at stopping smudging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5. Compass / art easel</a:t>
            </a:r>
            <a:endParaRPr sz="900"/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Easy to employ, keeps hand off the page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comfort??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6. </a:t>
            </a:r>
            <a:r>
              <a:rPr lang="en" sz="900"/>
              <a:t>Marionette</a:t>
            </a:r>
            <a:r>
              <a:rPr lang="en" sz="900"/>
              <a:t> Utensil contraption</a:t>
            </a:r>
            <a:endParaRPr sz="900"/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No surface area touches the paper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en" sz="900"/>
              <a:t>Complicated desk setup, hard to have controlled actions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450" y="198375"/>
            <a:ext cx="6329000" cy="47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7200"/>
            <a:ext cx="8991600" cy="4265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575" y="147425"/>
            <a:ext cx="6464851" cy="48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175" y="995350"/>
            <a:ext cx="4286250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825" y="-28637"/>
            <a:ext cx="6934350" cy="520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8963"/>
            <a:ext cx="8839204" cy="3845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450"/>
            <a:ext cx="8839200" cy="3236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1525" y="152400"/>
            <a:ext cx="163991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754" y="152400"/>
            <a:ext cx="563647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903117" y="-723205"/>
            <a:ext cx="4946525" cy="658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